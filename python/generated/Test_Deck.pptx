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Test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Hello</a:t>
            </a:r>
          </a:p>
          <a:p>
            <a:pPr>
              <a:spcAft>
                <a:spcPts val="600"/>
              </a:spcAft>
              <a:defRPr sz="1600"/>
            </a:pPr>
            <a:r>
              <a:t>• P1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